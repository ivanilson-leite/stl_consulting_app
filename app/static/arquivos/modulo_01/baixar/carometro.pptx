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IVANILSON LEITE PEREIRA" userId="c8b17e3d41a12a31" providerId="LiveId" clId="{13F8C263-1E6D-4A7C-B132-1B3E81963371}"/>
    <pc:docChg chg="addSld modSld">
      <pc:chgData name="JOSE IVANILSON LEITE PEREIRA" userId="c8b17e3d41a12a31" providerId="LiveId" clId="{13F8C263-1E6D-4A7C-B132-1B3E81963371}" dt="2025-12-06T13:24:04.723" v="57" actId="20577"/>
      <pc:docMkLst>
        <pc:docMk/>
      </pc:docMkLst>
      <pc:sldChg chg="modSp new mod">
        <pc:chgData name="JOSE IVANILSON LEITE PEREIRA" userId="c8b17e3d41a12a31" providerId="LiveId" clId="{13F8C263-1E6D-4A7C-B132-1B3E81963371}" dt="2025-12-06T13:24:04.723" v="57" actId="20577"/>
        <pc:sldMkLst>
          <pc:docMk/>
          <pc:sldMk cId="3438616547" sldId="256"/>
        </pc:sldMkLst>
        <pc:spChg chg="mod">
          <ac:chgData name="JOSE IVANILSON LEITE PEREIRA" userId="c8b17e3d41a12a31" providerId="LiveId" clId="{13F8C263-1E6D-4A7C-B132-1B3E81963371}" dt="2025-12-06T13:23:40.217" v="14" actId="20577"/>
          <ac:spMkLst>
            <pc:docMk/>
            <pc:sldMk cId="3438616547" sldId="256"/>
            <ac:spMk id="2" creationId="{30908754-5022-62EC-0E9E-6E4A0EFDCF7C}"/>
          </ac:spMkLst>
        </pc:spChg>
        <pc:spChg chg="mod">
          <ac:chgData name="JOSE IVANILSON LEITE PEREIRA" userId="c8b17e3d41a12a31" providerId="LiveId" clId="{13F8C263-1E6D-4A7C-B132-1B3E81963371}" dt="2025-12-06T13:24:04.723" v="57" actId="20577"/>
          <ac:spMkLst>
            <pc:docMk/>
            <pc:sldMk cId="3438616547" sldId="256"/>
            <ac:spMk id="3" creationId="{4D29AFC2-9027-4DD5-D076-922F4FE1EB2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E73AF3-8FF6-4A0B-8513-A1C53354B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9D6B40-3533-C853-9808-8A7EDECBE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B6A9FC-76B4-ED9A-3FF7-177907FA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8CC8C-17E7-455E-8073-11DA14E77DEA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591FE3-4C36-1CFB-1EDE-8A834B91C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66BCBB-966D-9F30-669B-B0978FA70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F4FB-C4CA-4E59-B508-3A96FF3E82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1601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89632-AAF4-3969-0241-23341448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CCE65A-F587-E0BD-ED65-5F137F054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97F16B-03B4-F45F-D192-5BE389E94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8CC8C-17E7-455E-8073-11DA14E77DEA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443C3F-CD21-C521-2B88-88D6F44C0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145F8D-4C00-E6D0-9C70-267C5AA5B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F4FB-C4CA-4E59-B508-3A96FF3E82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509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3C80E-C15C-2CFA-BA11-0B3173A1C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2EF78E-E294-3CE1-5952-1A1E1F33A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2725EE-5CE4-B797-EA7B-E51442CB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8CC8C-17E7-455E-8073-11DA14E77DEA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09C040-958E-838F-0F23-B37CD8CEE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2006EE-C77B-A60F-3930-D2BE3499D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F4FB-C4CA-4E59-B508-3A96FF3E82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3636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3C7A8-88E0-E089-5B88-FCCF6528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4545EA-4299-C910-DF47-BDF6A422A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1011161-BCF4-A627-AA71-E6884028F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D21319-BBDE-0B68-2031-BAEB1538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8CC8C-17E7-455E-8073-11DA14E77DEA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BC4FE7-AC47-B6AB-3063-602C97F74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FFDA57-C063-2CF4-F969-EA62DD38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F4FB-C4CA-4E59-B508-3A96FF3E82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1727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19B7B-2CDB-980B-4285-78C60CD1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0DCE31-147C-2585-B6AC-269675209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A25ACC-F92D-0A32-6228-FC2F5DC40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654CA01-92CB-5881-C4BB-9E9D7AFBE2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AFE390A-37FB-41F6-9C37-EA6F54B50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0050C0A-2887-E270-E010-0661E3464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8CC8C-17E7-455E-8073-11DA14E77DEA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99C7444-19A5-753C-A5DE-B18DC2E14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0D8423-756B-A30C-C904-208A2E4F0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F4FB-C4CA-4E59-B508-3A96FF3E82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9470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E8E31-7D7C-C52A-635A-7BC54E7E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7B34DA-26E7-D8DF-7C7F-89527727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8CC8C-17E7-455E-8073-11DA14E77DEA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E440446-094B-FBFE-4953-0CBD8564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4676EE9-3BEA-FFF1-EAF8-AFAEDA864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F4FB-C4CA-4E59-B508-3A96FF3E82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114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75DAD14-41A9-836F-C414-82FB4AD0C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8CC8C-17E7-455E-8073-11DA14E77DEA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7F7A5A6-51EE-AC18-5AD4-8D3AC783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57661E-1494-F380-B2D0-101C1CAF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F4FB-C4CA-4E59-B508-3A96FF3E82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80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B18E6-E6BC-E645-C541-B0FA2CC3C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1F9D6B-6E18-64A9-E5A1-92A708AD3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DE2398-E29F-E603-6C1B-3EC1B375E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A9E787-CD38-953C-651C-6839B62AC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8CC8C-17E7-455E-8073-11DA14E77DEA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A0EE02-E4FA-0E4A-039E-896469BF1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26B193-5345-C574-F1D5-26D9BF66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F4FB-C4CA-4E59-B508-3A96FF3E82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2561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206D4-333B-2006-4A4B-6D56EC18C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982267A-7A75-1577-9008-EC12CA2159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79B9BD-920D-02D7-D20F-38EB429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5A0555-0506-BA72-45EF-848E4093B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8CC8C-17E7-455E-8073-11DA14E77DEA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DBDBB0-2B42-7D78-470D-365C5D7E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375736-48A4-EFD2-BD4C-A627404B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F4FB-C4CA-4E59-B508-3A96FF3E82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3377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959C1E-0140-9A81-979C-1A3D4CD2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35F935-C5F3-F639-A54C-5581C7055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7DA4F6-4813-FE54-AA43-0C93591D1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8CC8C-17E7-455E-8073-11DA14E77DEA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51A8BB-86A5-6455-717D-75F22F7E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F32635-CF9B-E31C-4709-B8F5BC6C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F4FB-C4CA-4E59-B508-3A96FF3E82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2401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2FCBBF-7359-D6FD-9716-1E6DEBCFE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FFCEEC-F2C6-3B6B-60D7-606C2A91B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BA93CE-A669-69C3-53E1-9DC1037D9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8CC8C-17E7-455E-8073-11DA14E77DEA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5690C0-4FC0-9CD1-D299-30712ABE4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7BF7FB-BE94-31C7-6DFA-C71AFEF4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F4FB-C4CA-4E59-B508-3A96FF3E82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0656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BAB1D08-EC9D-C130-F4C9-9120201FE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25A919-A9E3-A288-9D67-47C8FAE6B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619ABD-C5AB-41B9-7A02-8605218D23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B8CC8C-17E7-455E-8073-11DA14E77DEA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CCE41D-4DD5-A1A9-B0F1-25C03BDE4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FF4AA9-04E7-40BE-FAE8-CBA34AA37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C8F4FB-C4CA-4E59-B508-3A96FF3E82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29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908754-5022-62EC-0E9E-6E4A0EFDCF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STL Consulting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29AFC2-9027-4DD5-D076-922F4FE1EB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Arquivo de teste...</a:t>
            </a:r>
          </a:p>
          <a:p>
            <a:r>
              <a:rPr lang="pt-BR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4386165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STL Consulting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IVANILSON LEITE PEREIRA</dc:creator>
  <cp:lastModifiedBy>JOSE IVANILSON LEITE PEREIRA</cp:lastModifiedBy>
  <cp:revision>1</cp:revision>
  <dcterms:created xsi:type="dcterms:W3CDTF">2025-12-06T13:23:30Z</dcterms:created>
  <dcterms:modified xsi:type="dcterms:W3CDTF">2025-12-06T13:24:06Z</dcterms:modified>
</cp:coreProperties>
</file>